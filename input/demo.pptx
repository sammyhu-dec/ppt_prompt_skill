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62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××××</a:t>
            </a:r>
            <a:r>
              <a:rPr dirty="0" err="1"/>
              <a:t>科技有限公司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000000" y="1600000"/>
            <a:ext cx="222208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/>
              <a:t>聚焦研发</a:t>
            </a:r>
            <a:r>
              <a:rPr lang="zh-CN" altLang="en-US" dirty="0"/>
              <a:t>边缘</a:t>
            </a:r>
            <a:r>
              <a:rPr dirty="0" err="1"/>
              <a:t>AI芯片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1600000"/>
            <a:ext cx="70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芯片</a:t>
            </a:r>
          </a:p>
          <a:p>
            <a:r>
              <a:t>模组/核心板</a:t>
            </a:r>
          </a:p>
          <a:p>
            <a:r>
              <a:t>开发板</a:t>
            </a:r>
          </a:p>
          <a:p>
            <a:r>
              <a:t>终端设备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</Words>
  <Application>Microsoft Office PowerPoint</Application>
  <PresentationFormat>全屏显示(4:3)</PresentationFormat>
  <Paragraphs>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××××科技有限公司</vt:lpstr>
      <vt:lpstr>核心产品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Sammy Hu</cp:lastModifiedBy>
  <cp:revision>2</cp:revision>
  <dcterms:created xsi:type="dcterms:W3CDTF">2013-01-27T09:14:16Z</dcterms:created>
  <dcterms:modified xsi:type="dcterms:W3CDTF">2026-06-30T06:53:08Z</dcterms:modified>
  <cp:category/>
</cp:coreProperties>
</file>