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广东跃昉科技有限公司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6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聚焦研发基于RISC-V架构的边缘AI芯片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6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芯片</a:t>
            </a:r>
          </a:p>
          <a:p>
            <a:r>
              <a:t>模组/核心板</a:t>
            </a:r>
          </a:p>
          <a:p>
            <a:r>
              <a:t>开发板</a:t>
            </a:r>
          </a:p>
          <a:p>
            <a:r>
              <a:t>终端设备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